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Knowledge Base: policy-lookup-assistant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Owner: solution-architect</a:t>
            </a:r>
          </a:p>
          <a:p>
            <a:r>
              <a:t>Gate: Architecture (first pass — covers PLAN.md's first feature:</a:t>
            </a:r>
          </a:p>
          <a:p>
            <a:r>
              <a:t>grounded-refusal + authority-labeled citations)</a:t>
            </a:r>
          </a:p>
          <a:p>
            <a:r>
              <a:t>This document designs the *how* for PLAN.md's already-approved *what*. It</a:t>
            </a:r>
          </a:p>
          <a:p>
            <a:r>
              <a:t>does not revisit scope decisions made at the Plan gate; it only adds the</a:t>
            </a:r>
          </a:p>
          <a:p>
            <a:r>
              <a:t>technical shape needed to implement them, consistent with `UX_KB.md`'s</a:t>
            </a:r>
          </a:p>
          <a:p>
            <a:r>
              <a:t>4-state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Component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200"/>
              <a:t>Three existing modules change; no new services or processes are introduced.</a:t>
            </a:r>
          </a:p>
          <a:p>
            <a:pPr/>
            <a:r>
              <a:rPr sz="1200"/>
              <a:t>1.1 Manifest validation — lives in `ingest.py`, at ingestion time, not at query time</a:t>
            </a:r>
          </a:p>
          <a:p>
            <a:pPr/>
            <a:r>
              <a:rPr sz="1200"/>
              <a:t>`load_documents()` becomes the single place that reads `manifest.json` and joins it against the files on disk in `data/sample_docs/`. This is a deliberate choice: **authority metadata is validated once, at ingestion, and then travels with the data** (baked into each `Document`'s metadata, persisted by Chroma alongside the vectors). `rag.py`'s `ask()` never touches `manifest.json` directly — it only ever reads `metadata["authority"]`, `metadata["label"]`, `metadata["as_of"]` off whatever `similarity_search` returns. This keeps the query path (`ask()`, called on every request) free of file I/O a ...</a:t>
            </a:r>
          </a:p>
          <a:p>
            <a:pPr/>
            <a:r>
              <a:rPr sz="1200"/>
              <a:t>Concretely:</a:t>
            </a:r>
          </a:p>
          <a:p>
            <a:pPr lvl="1"/>
            <a:r>
              <a:rPr sz="1000">
                <a:latin typeface="Courier New"/>
              </a:rPr>
              <a:t>def load_documents():</a:t>
            </a:r>
            <a:br/>
            <a:r>
              <a:rPr sz="1000">
                <a:latin typeface="Courier New"/>
              </a:rPr>
              <a:t>    manifest_path = os.path.join(DOCS_DIRECTORY, "manifest.json")</a:t>
            </a:r>
            <a:br/>
            <a:r>
              <a:rPr sz="1000">
                <a:latin typeface="Courier New"/>
              </a:rPr>
              <a:t>    with open(manifest_path) as f:</a:t>
            </a:r>
            <a:br/>
            <a:r>
              <a:rPr sz="1000">
                <a:latin typeface="Courier New"/>
              </a:rPr>
              <a:t>        manifest = json.load(f)</a:t>
            </a:r>
            <a:br/>
            <a:br/>
            <a:r>
              <a:rPr sz="1000">
                <a:latin typeface="Courier New"/>
              </a:rPr>
              <a:t>    documents = []</a:t>
            </a:r>
            <a:br/>
            <a:r>
              <a:rPr sz="1000">
                <a:latin typeface="Courier New"/>
              </a:rPr>
              <a:t>    for filename in sorted(os.listdir(DOCS_DIRECTORY)):</a:t>
            </a:r>
            <a:br/>
            <a:r>
              <a:rPr sz="1000">
                <a:latin typeface="Courier New"/>
              </a:rPr>
              <a:t>        if not filename.endswith(".txt"):</a:t>
            </a:r>
            <a:br/>
            <a:r>
              <a:rPr sz="1000">
                <a:latin typeface="Courier New"/>
              </a:rPr>
              <a:t>            continue</a:t>
            </a:r>
            <a:br/>
            <a:r>
              <a:rPr sz="1000">
                <a:latin typeface="Courier New"/>
              </a:rPr>
              <a:t>        if filename not in manifest:</a:t>
            </a:r>
            <a:br/>
            <a:r>
              <a:rPr sz="1000">
                <a:latin typeface="Courier New"/>
              </a:rPr>
              <a:t>            raise ValueError(f"No manifest entry for {filename!r} — add one to manifest.json before ingesting.")</a:t>
            </a:r>
            <a:br/>
            <a:r>
              <a:rPr sz="1000">
                <a:latin typeface="Courier New"/>
              </a:rPr>
              <a:t>        entry = manifest[filename]</a:t>
            </a:r>
            <a:br/>
            <a:r>
              <a:rPr sz="1000">
                <a:latin typeface="Courier New"/>
              </a:rPr>
              <a:t>        path = os.path.join(DOCS_DIRECTORY, filename)</a:t>
            </a:r>
            <a:br/>
            <a:r>
              <a:rPr sz="1000">
                <a:latin typeface="Courier New"/>
              </a:rPr>
              <a:t>        with open(path) as f:</a:t>
            </a:r>
            <a:br/>
            <a:r>
              <a:rPr sz="1000">
                <a:latin typeface="Courier New"/>
              </a:rPr>
              <a:t>            documents.append(Document ...</a:t>
            </a:r>
          </a:p>
          <a:p>
            <a:pPr/>
            <a:r>
              <a:rPr sz="1200"/>
              <a:t>`**entry` spreads `authority`/`label`/`as_of` directly — no per-field plumbing to update if the manifest schema grows a field later (e.g., a future `as_of` becoming a real date, or a `version` field for staleness alerting in FEATURES.md item 6). Trade-off: this also means an accidentally-malformed manifest entry (e.g., a typo'd key) silently becomes extra Chroma metadata rather than failing loudly on the *unwanted* keys — acceptable for a 2-entry hand-written manifest at MVP scale; if the corpus grows enough that manifest entries are generated/edited by more people, add a schema check (e.g., a ...</a:t>
            </a:r>
          </a:p>
          <a:p>
            <a:pPr/>
            <a:r>
              <a:rPr sz="1200"/>
              <a:t>**No separate "manifest validator" module.** A standalone validator adds a layer of indirection for a ~20-line check that only ever runs from one call site (`load_documents()`). If a second call site emerges (e.g., a future admin/upload endpoint that adds documents at runtime), extract the validation into a shared function then — YAGNI for a single caller.</a:t>
            </a:r>
          </a:p>
          <a:p>
            <a:pPr/>
            <a:r>
              <a:rPr sz="1200"/>
              <a:t>1.2 Sentinel-token parsing — lives in `rag.py`'s `ask()`, string-based, not regex</a:t>
            </a:r>
          </a:p>
          <a:p>
            <a:pPr/>
            <a:r>
              <a:rPr sz="1200"/>
              <a:t>Per PLAN.md decision #1, the sentinel is a fixed literal (`INSUFFICIENT_EVIDENCE`) that the prompt instructs the model to emit **as its own first line**, and only when refusing. Parsing this reliably means:</a:t>
            </a:r>
          </a:p>
          <a:p>
            <a:pPr lvl="1"/>
            <a:r>
              <a:rPr sz="1000">
                <a:latin typeface="Courier New"/>
              </a:rPr>
              <a:t>content = response.content.strip()</a:t>
            </a:r>
            <a:br/>
            <a:r>
              <a:rPr sz="1000">
                <a:latin typeface="Courier New"/>
              </a:rPr>
              <a:t>sufficient_evidence = not content.startswith("INSUFFICIENT_EVIDENCE")</a:t>
            </a:r>
            <a:br/>
            <a:r>
              <a:rPr sz="1000">
                <a:latin typeface="Courier New"/>
              </a:rPr>
              <a:t>if not sufficient_evidence:</a:t>
            </a:r>
            <a:br/>
            <a:r>
              <a:rPr sz="1000">
                <a:latin typeface="Courier New"/>
              </a:rPr>
              <a:t>    answer = REFUSAL_MESSAGE  # fixed, product-controlled string</a:t>
            </a:r>
            <a:br/>
            <a:r>
              <a:rPr sz="1000">
                <a:latin typeface="Courier New"/>
              </a:rPr>
              <a:t>else:</a:t>
            </a:r>
            <a:br/>
            <a:r>
              <a:rPr sz="1000">
                <a:latin typeface="Courier New"/>
              </a:rPr>
              <a:t>    answer = content</a:t>
            </a:r>
          </a:p>
          <a:p>
            <a:pPr/>
            <a:r>
              <a:rPr sz="1200"/>
              <a:t>Design choices here, made explicit because they're easy to get subtly wrong:</a:t>
            </a:r>
          </a:p>
          <a:p>
            <a:pPr/>
            <a:r>
              <a:rPr sz="1200"/>
              <a:t>**`.startswith()` on the stripped content, not `in` / substring search</a:t>
            </a:r>
          </a:p>
          <a:p>
            <a:pPr/>
            <a:r>
              <a:rPr sz="1200"/>
              <a:t>anywhere in the response.** A substring check would false-positive if the model ever discusses the token itself (unlikely but not impossible given it appears in the system prompt) or echoes it mid-answer while still answering. Anchoring to "first line, after stripping leading whitespace" matches exactly what the prompt asks the model to do and nothing looser.</a:t>
            </a:r>
          </a:p>
          <a:p>
            <a:pPr/>
            <a:r>
              <a:rPr sz="1200"/>
              <a:t>**On refusal, the model's own content is discarded entirely** — not</a:t>
            </a:r>
          </a:p>
          <a:p>
            <a:pPr/>
            <a:r>
              <a:rPr sz="1200"/>
              <a:t>trimmed/stripped of the sentinel line and reused. PLAN.md decision #4 is explicit that the refusal string must be product-controlled, not model-phrased, specifically so a partially-hedging answer can't leak through after the sentinel. Implementation-wise this simplifies the parsing too: no need to find-and-remove a substring from arbitrary positions in the text, just a boolean branch.</a:t>
            </a:r>
          </a:p>
          <a:p>
            <a:pPr/>
            <a:r>
              <a:rPr sz="1200"/>
              <a:t>**Only `.strip()` is used for normalization** — no case-insensitive match,</a:t>
            </a:r>
          </a:p>
          <a:p>
            <a:pPr/>
            <a:r>
              <a:rPr sz="1200"/>
              <a:t>no fuzzy match on token variants. The prompt fully controls the token's exact casing and the model is instructed to emit it verbatim; loosening the match (e.g., `"insufficient_evidence" in content.lower()`) trades a small robustness gain for a much larger false-positive-refusal risk (a user question that happens to contain similar words). If Test-gate runs show the model emitting near-miss variants (extra punctuation, wrapped in markdown like `**INSUFFICIENT_EVIDENCE**`), the fix is prompt tightening first (e.g., "emit the token with no other characters on that line"), not looser parsing — a l ...</a:t>
            </a:r>
          </a:p>
          <a:p>
            <a:pPr/>
            <a:r>
              <a:rPr sz="1200"/>
              <a:t>1.3 `/ask` response schema — no route-layer change, but a `Pydantic` model is worth adding now</a:t>
            </a:r>
          </a:p>
          <a:p>
            <a:pPr/>
            <a:r>
              <a:rPr sz="1200"/>
              <a:t>PLAN.md's plan explicitly flags the missing `AskResponse` Pydantic model as an "accepted gap... deferred to avoid scope creep." Solution-architect's recommendation, as the person who owns *how* things are wired: **add the response model in this pass anyway**, because it's a ~10-line addition, not new scope — it doesn't change `ask()`'s return shape or any behavior, it only types what's already true:</a:t>
            </a:r>
          </a:p>
          <a:p>
            <a:pPr lvl="1"/>
            <a:r>
              <a:rPr sz="1000">
                <a:latin typeface="Courier New"/>
              </a:rPr>
              <a:t>class SourceInfo(BaseModel):</a:t>
            </a:r>
            <a:br/>
            <a:r>
              <a:rPr sz="1000">
                <a:latin typeface="Courier New"/>
              </a:rPr>
              <a:t>    document: str</a:t>
            </a:r>
            <a:br/>
            <a:r>
              <a:rPr sz="1000">
                <a:latin typeface="Courier New"/>
              </a:rPr>
              <a:t>    label: str</a:t>
            </a:r>
            <a:br/>
            <a:r>
              <a:rPr sz="1000">
                <a:latin typeface="Courier New"/>
              </a:rPr>
              <a:t>    authority: str</a:t>
            </a:r>
            <a:br/>
            <a:r>
              <a:rPr sz="1000">
                <a:latin typeface="Courier New"/>
              </a:rPr>
              <a:t>    as_of: str</a:t>
            </a:r>
            <a:br/>
            <a:br/>
            <a:r>
              <a:rPr sz="1000">
                <a:latin typeface="Courier New"/>
              </a:rPr>
              <a:t>class AskResponse(BaseModel):</a:t>
            </a:r>
            <a:br/>
            <a:r>
              <a:rPr sz="1000">
                <a:latin typeface="Courier New"/>
              </a:rPr>
              <a:t>    answer: str</a:t>
            </a:r>
            <a:br/>
            <a:r>
              <a:rPr sz="1000">
                <a:latin typeface="Courier New"/>
              </a:rPr>
              <a:t>    sufficient_evidence: bool</a:t>
            </a:r>
            <a:br/>
            <a:r>
              <a:rPr sz="1000">
                <a:latin typeface="Courier New"/>
              </a:rPr>
              <a:t>    sources: list[SourceInfo]</a:t>
            </a:r>
            <a:br/>
            <a:br/>
            <a:r>
              <a:rPr sz="1000">
                <a:latin typeface="Courier New"/>
              </a:rPr>
              <a:t>@app.post("/ask", response_model=AskResponse)</a:t>
            </a:r>
            <a:br/>
            <a:r>
              <a:rPr sz="1000">
                <a:latin typeface="Courier New"/>
              </a:rPr>
              <a:t>def ask_endpoint(request: AskRequest):</a:t>
            </a:r>
            <a:br/>
            <a:r>
              <a:rPr sz="1000">
                <a:latin typeface="Courier New"/>
              </a:rPr>
              <a:t>    return ask(request.question)</a:t>
            </a:r>
          </a:p>
          <a:p>
            <a:pPr/>
            <a:r>
              <a:rPr sz="1200"/>
              <a:t>This is the one place this document deviates from "how, not what" — it's not a scope change, it's a wiring detail that directly serves PLAN.md's own stated goal ("a structured signal the frontend... can check"). Without a declared response model, a future accidental shape drift in `ask()` (e.g., someone renames `document` to `filename`) would silently break the frontend with no error until manual testing catches it; with the model, FastAPI raises a `ResponseValidationError` at the point of the bug. If the human reviewing this KB wants to keep it out of this pass strictly per PLAN.md's text, th ...</a:t>
            </a:r>
          </a:p>
          <a:p>
            <a:pPr/>
            <a:r>
              <a:rPr sz="1200"/>
              <a:t>This directly enables the four UX states in `UX_KB.md` section 1.3: the frontend's state machine is `sufficient_evidence` (boolean) driving Answered vs. Refused, `sources` (array) driving whether `SourceBadgeList` renders anything, and the existing `AskRequest`/loading-transition pattern already covering Empty/Asking. No additional response field is needed for any of the 4 states — confirmed by walking each UX_KB row against the schema above.</a:t>
            </a:r>
          </a:p>
          <a:p>
            <a:pPr/>
            <a:r>
              <a:rPr sz="1200"/>
              <a:t>1.4 No new component/module boundaries</a:t>
            </a:r>
          </a:p>
          <a:p>
            <a:pPr/>
            <a:r>
              <a:rPr sz="1200"/>
              <a:t>Everything above is a change to the *body* of three existing functions (`load_documents`, `ask`, `ask_endpoint`), not a new architectural boundary. `embeddings.py` and `llm.py` are untouched, matching PLAN.md's "not changed in this pass" list — retrieval and model-selection concerns are orthogonal to metadata plumbing and refusal signaling.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000">
                <a:latin typeface="Courier New"/>
              </a:rPr>
              <a:t>manifest.json ──┐</a:t>
            </a:r>
            <a:br/>
            <a:r>
              <a:rPr sz="1000">
                <a:latin typeface="Courier New"/>
              </a:rPr>
              <a:t>                ├─► load_documents() ─► Document.metadata{source, authority, label, as_of}</a:t>
            </a:r>
            <a:br/>
            <a:r>
              <a:rPr sz="1000">
                <a:latin typeface="Courier New"/>
              </a:rPr>
              <a:t>sample_docs/*.txt ┘                          │</a:t>
            </a:r>
            <a:br/>
            <a:r>
              <a:rPr sz="1000">
                <a:latin typeface="Courier New"/>
              </a:rPr>
              <a:t>                                              ▼</a:t>
            </a:r>
            <a:br/>
            <a:r>
              <a:rPr sz="1000">
                <a:latin typeface="Courier New"/>
              </a:rPr>
              <a:t>                                RecursiveCharacterTextSplitter (unchanged)</a:t>
            </a:r>
            <a:br/>
            <a:r>
              <a:rPr sz="1000">
                <a:latin typeface="Courier New"/>
              </a:rPr>
              <a:t>                                              │</a:t>
            </a:r>
            <a:br/>
            <a:r>
              <a:rPr sz="1000">
                <a:latin typeface="Courier New"/>
              </a:rPr>
              <a:t>                                              ▼</a:t>
            </a:r>
            <a:br/>
            <a:r>
              <a:rPr sz="1000">
                <a:latin typeface="Courier New"/>
              </a:rPr>
              <a:t>                                  Chroma.from_documents() (persists metadata as-is)</a:t>
            </a:r>
            <a:br/>
            <a:r>
              <a:rPr sz="1000">
                <a:latin typeface="Courier New"/>
              </a:rPr>
              <a:t>                                              │</a:t>
            </a:r>
            <a:br/>
            <a:r>
              <a:rPr sz="1000">
                <a:latin typeface="Courier New"/>
              </a:rPr>
              <a:t>                                   ═══════ ingestion ends / query begins ═══════ ...</a:t>
            </a:r>
          </a:p>
          <a:p>
            <a:pPr/>
            <a:r>
              <a:rPr sz="1200"/>
              <a:t>Two properties of this flow are worth calling out because they're load-bearing for correctness, not just implementation detail:</a:t>
            </a:r>
          </a:p>
          <a:p>
            <a:pPr/>
            <a:r>
              <a:rPr sz="1200"/>
              <a:t>**Metadata never round-trips through the LLM as structured data** — it's</a:t>
            </a:r>
          </a:p>
          <a:p>
            <a:pPr/>
            <a:r>
              <a:rPr sz="1200"/>
              <a:t>flattened into the prompt text (`[Source: ... | Type: ... | As of: ...]`) for the model to *read and reference in its answer*, but the `sources[]` field in the final response is built by the application directly from `docs[].metadata`, not parsed back out of the model's answer text. This means a citation badge is always accurate to what was actually retrieved, even if the model's prose citation is imperfect — the UI's authority badge is never dependent on the model correctly naming its source in free text.</a:t>
            </a:r>
          </a:p>
          <a:p>
            <a:pPr/>
            <a:r>
              <a:rPr sz="1200"/>
              <a:t>**The sentinel decision and the `sources[]` list are independent</a:t>
            </a:r>
          </a:p>
          <a:p>
            <a:pPr/>
            <a:r>
              <a:rPr sz="1200"/>
              <a:t>pipelines that happen to share one LLM call.** `sources[]` is derived from `docs` (the retrieval result) unconditionally, before the model responds at all — even on a refusal, `docs` still exists (it's just that the model judged the *content* insufficient to answer from). PLAN.md's UX_KB section 1.2 state 4 says "No authority badges rendered in this state" — that's a **frontend** rendering decision (don't render `SourceBadgeList` when `sufficient_evidence` is false), not a backend one. The backend should still populate `sources[]` on a refusal exactly as it does on a success (same `docs`-deriv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Technology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200"/>
              <a:t>**No new dependencies.** Everything needed is already in `backend/pyproject.toml`:</a:t>
            </a:r>
          </a:p>
          <a:p>
            <a:pPr/>
            <a:r>
              <a:rPr sz="1200"/>
              <a:t>Manifest parsing: stdlib `json` (already used implicitly via</a:t>
            </a:r>
          </a:p>
          <a:p>
            <a:pPr/>
            <a:r>
              <a:rPr sz="1200"/>
              <a:t>`pydantic`/FastAPI's JSON handling elsewhere; no new import needed beyond `import json` in `ingest.py`).</a:t>
            </a:r>
          </a:p>
          <a:p>
            <a:pPr/>
            <a:r>
              <a:rPr sz="1200"/>
              <a:t>Sentinel parsing: plain Python string methods (`.strip()`,</a:t>
            </a:r>
          </a:p>
          <a:p>
            <a:pPr/>
            <a:r>
              <a:rPr sz="1200"/>
              <a:t>`.startswith()`) — no regex library needed, deliberately (see 1.2).</a:t>
            </a:r>
          </a:p>
          <a:p>
            <a:pPr/>
            <a:r>
              <a:rPr sz="1200"/>
              <a:t>Response schema: `pydantic&gt;=2.8` is already a direct dependency (FastAPI</a:t>
            </a:r>
          </a:p>
          <a:p>
            <a:pPr/>
            <a:r>
              <a:rPr sz="1200"/>
              <a:t>requires it); `SourceInfo`/`AskResponse` are new model *classes*, not a new package.</a:t>
            </a:r>
          </a:p>
          <a:p>
            <a:pPr/>
            <a:r>
              <a:rPr sz="1200"/>
              <a:t>Chroma metadata: `langchain-chroma&gt;=0.1` already persists arbitrary</a:t>
            </a:r>
          </a:p>
          <a:p>
            <a:pPr/>
            <a:r>
              <a:rPr sz="1200"/>
              <a:t>str/int/float/bool metadata keys per document — confirmed by reading `ingest.py`'s existing `Chroma.from_documents()` call, which already passes through `{"source": filename}` today with no serialization step; adding three more string keys is the same code path.</a:t>
            </a:r>
          </a:p>
          <a:p>
            <a:pPr/>
            <a:r>
              <a:rPr sz="1200"/>
              <a:t>This confirms PLAN.md's own claim ("No new dependencies... manifest parsing uses stdlib json, already available") — solution-architect finds no reason to add anything beyond what PLAN.md scoped.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Trade-offs (architecture-level, beyond what PLAN.md's Design Decisions already cover)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200"/>
              <a:t>**Ingestion-time validation vs. query-time validation.** Chosen:</a:t>
            </a:r>
          </a:p>
          <a:p>
            <a:pPr/>
            <a:r>
              <a:rPr sz="1200"/>
              <a:t>ingestion-time (see 1.1). Trade-off: if `manifest.json` is edited (e.g., an authority level corrected) without re-running `python -m app.ingest`, the Chroma store keeps serving stale metadata until the next ingestion — there's no live reconciliation. Acceptable at this scale (a manual, infrequent, single-operator re-ingestion step) but should be re-evaluated if authority corrections become frequent enough to need a faster feedback loop than "re-run ingestion."</a:t>
            </a:r>
          </a:p>
          <a:p>
            <a:pPr/>
            <a:r>
              <a:rPr sz="1200"/>
              <a:t>**Adding the `AskResponse` Pydantic model now, contrary to PLAN.md's</a:t>
            </a:r>
          </a:p>
          <a:p>
            <a:pPr/>
            <a:r>
              <a:rPr sz="1200"/>
              <a:t>explicit deferral.** See 1.3. Low-risk, additive, and directly serves PLAN.md's own goal, but noted as a deviation from what was written, not silently slipped in.</a:t>
            </a:r>
          </a:p>
          <a:p>
            <a:pPr/>
            <a:r>
              <a:rPr sz="1200"/>
              <a:t>**`sources[]` always populated, even on refusal**, deferring "hide</a:t>
            </a:r>
          </a:p>
          <a:p>
            <a:pPr/>
            <a:r>
              <a:rPr sz="1200"/>
              <a:t>badges" purely to the frontend. See section 2, point 2. Alternative considered: backend returns `sources: []` on refusal to make the API contract self-describing without relying on frontend logic — rejected because it destroys information (which chunks were retrieved-but-judged- insufficient) that's useful for debugging retrieval quality (FEATURES.md item 5, explicitly a future item that will want this data).</a:t>
            </a:r>
          </a:p>
          <a:p>
            <a:pPr/>
            <a:r>
              <a:rPr sz="1200"/>
              <a:t>**No relevance-score threshold gate before the LLM call** — PLAN.md</a:t>
            </a:r>
          </a:p>
          <a:p>
            <a:pPr/>
            <a:r>
              <a:rPr sz="1200"/>
              <a:t>decision #1 already flags this as a possible future iteration if the sentinel proves unreliable in Test-gate runs; solution-architect concurs this is correctly deferred rather than built preemptively, since Chroma similarity scores would need empirical threshold-tuning against this specific corpus before they could be trusted as a gate, and that tuning work doesn't exist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Open items for security-architect (raised here so both KBs cross-reference)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200"/>
              <a:t>Confirming `.env`/`.gitignore` handling is security-architect's domain,</a:t>
            </a:r>
          </a:p>
          <a:p>
            <a:pPr/>
            <a:r>
              <a:rPr sz="1200"/>
              <a:t>but solution-architect notes for the record: `ingest.py`'s new `manifest.json` read introduces one more file-path join (`os.path.join(DOCS_DIRECTORY, "manifest.json")`) using the same `DOCS_DIRECTORY` constant already in the file — no new path-traversal surface, since `DOCS_DIRECTORY` is a fixed constant, not derived from any request input, and `manifest.json`'s filename is a literal, not user-supplied.</a:t>
            </a:r>
          </a:p>
          <a:p>
            <a:pPr/>
            <a:r>
              <a:rPr sz="1200"/>
              <a:t>The `/ask` endpoint's only external input is `request.question: str`</a:t>
            </a:r>
          </a:p>
          <a:p>
            <a:pPr/>
            <a:r>
              <a:rPr sz="1200"/>
              <a:t>(already validated as a string by the existing `AskRequest` Pydantic model) — solution-architect did not identify a need for additional input-shape validation beyond what security-architect independently assesses in `SECURITY_KB.md` (e.g., length limits, injection framing for the system-prompt-construction step in `ask()`).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